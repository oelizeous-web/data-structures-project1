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11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greedy problems. Each is implemented in Java and C with user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 and the greedy rule before showing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score and pickRoad. This loop is the greedy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green time and how many cars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real output numbers from our test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3/7 as the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is ceiling of d over n. The leftover is simplified with gcd.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with limits and the overall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97405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7FD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Group project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85085"/>
            <a:ext cx="10883392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600" b="1" i="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Algorithms in Practice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2800" y="3401695"/>
            <a:ext cx="1088339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5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Traffic signal timing control</a:t>
            </a:r>
            <a:endParaRPr lang="en-US" sz="20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5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Unit fraction decomposition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29069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9D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in Java and C | [Group member names]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6238240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D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signal timing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0"/>
            <a:ext cx="10883392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intersection, four roads, one green light at a time. Which road should go next, and for how long?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5975" y="2079625"/>
            <a:ext cx="3380264" cy="185293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310130"/>
            <a:ext cx="30068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choice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6480" y="2673350"/>
            <a:ext cx="3006831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the light changes, pick the road with the highest urgency score right now. Never undo a past choice.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5789" y="2079625"/>
            <a:ext cx="3380343" cy="185293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294" y="2310130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score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36294" y="2673350"/>
            <a:ext cx="300691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waiting + seconds since its last green / 5. Long queues win, but waiting roads slowly catch up.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95682" y="2079625"/>
            <a:ext cx="3380343" cy="185293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6187" y="2310130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time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6187" y="2673350"/>
            <a:ext cx="300691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seconds per waiting car, kept between 10 s and 60 s so no road is too short or hogs the light.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greedy choice in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1"/>
            <a:ext cx="5715000" cy="3940810"/>
          </a:xfrm>
          <a:prstGeom prst="roundRect">
            <a:avLst>
              <a:gd name="adj" fmla="val 2578"/>
            </a:avLst>
          </a:prstGeom>
          <a:solidFill>
            <a:srgbClr val="0F1720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17041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E9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ArrayTraffic.java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400" y="2032000"/>
            <a:ext cx="5415534" cy="324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int score(Road r)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return r.carsWaiting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+ r.secondsSinceGreen / 5;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int pickRoad(Road[] roads)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best = 0;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for (int i = 1; i &lt; NUM_ROADS; i++)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(score(roads[i]) &gt; score(roads[best]))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best = i;   </a:t>
            </a:r>
            <a:r>
              <a:rPr lang="en-US" sz="1300" dirty="0">
                <a:solidFill>
                  <a:srgbClr val="7FD1B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best choice so far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}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return best;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32600" y="1513841"/>
            <a:ext cx="46829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going 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09308" y="1940561"/>
            <a:ext cx="4598670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score() measures how urgent a road is.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pickRoad() checks all 4 roads and keeps the highest score.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chosen road gets the next green light.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32600" y="3230880"/>
            <a:ext cx="4546600" cy="1024890"/>
          </a:xfrm>
          <a:prstGeom prst="roundRect">
            <a:avLst>
              <a:gd name="adj" fmla="val 7435"/>
            </a:avLst>
          </a:prstGeom>
          <a:solidFill>
            <a:srgbClr val="1F9D8A"/>
          </a:solidFill>
          <a:ln/>
        </p:spPr>
        <p:txBody>
          <a:bodyPr wrap="square" lIns="155482" tIns="130082" rIns="29752" bIns="1046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helped: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busiest road is served first, and the waiting term stops any road from being ignored forever.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41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D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the green light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1"/>
            <a:ext cx="5715000" cy="3445510"/>
          </a:xfrm>
          <a:prstGeom prst="roundRect">
            <a:avLst>
              <a:gd name="adj" fmla="val 2949"/>
            </a:avLst>
          </a:prstGeom>
          <a:solidFill>
            <a:srgbClr val="0F1720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17041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E9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ArrayTraffic.java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400" y="2032000"/>
            <a:ext cx="5415534" cy="274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static int greenTime(Road r)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int seconds = r.carsWaiting * 2;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(seconds &lt; MIN_GREEN) seconds = MIN_GREEN;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(seconds &gt; MAX_GREEN) seconds = MAX_GREEN;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return seconds;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7FD1B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inside runGreenLight()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int canPass = green / SECONDS_PER_CAR;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(canPass &gt; roads[i].carsWaiting)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canPass = roads[i].carsWaiting;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32600" y="1513841"/>
            <a:ext cx="468299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going 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09308" y="1940561"/>
            <a:ext cx="4598670" cy="1732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greenTime() gives 2 s per waiting car, between 10 s and 60 s.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canPass is how many cars fit in that green time.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never be more than the cars actually waiting.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32600" y="3799841"/>
            <a:ext cx="4546600" cy="784860"/>
          </a:xfrm>
          <a:prstGeom prst="roundRect">
            <a:avLst>
              <a:gd name="adj" fmla="val 9709"/>
            </a:avLst>
          </a:prstGeom>
          <a:solidFill>
            <a:srgbClr val="1F9D8A"/>
          </a:solidFill>
          <a:ln/>
        </p:spPr>
        <p:txBody>
          <a:bodyPr wrap="square" lIns="155482" tIns="130082" rIns="29752" bIns="1046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helped: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light clears as many cars as possible, so queues shrink quickly.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run: 12 green 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3380264" cy="1338580"/>
          </a:xfrm>
          <a:prstGeom prst="roundRect">
            <a:avLst>
              <a:gd name="adj" fmla="val 7353"/>
            </a:avLst>
          </a:prstGeom>
          <a:solidFill>
            <a:srgbClr val="1C3140"/>
          </a:solidFill>
          <a:ln w="6350">
            <a:solidFill>
              <a:srgbClr val="2C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30068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FD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10739"/>
            <a:ext cx="300683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passed through the intersection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517014"/>
            <a:ext cx="3380343" cy="1338580"/>
          </a:xfrm>
          <a:prstGeom prst="roundRect">
            <a:avLst>
              <a:gd name="adj" fmla="val 7353"/>
            </a:avLst>
          </a:prstGeom>
          <a:solidFill>
            <a:srgbClr val="1C3140"/>
          </a:solidFill>
          <a:ln w="6350">
            <a:solidFill>
              <a:srgbClr val="2C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1747521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FD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6294" y="2110739"/>
            <a:ext cx="300691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still waiting at the 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517014"/>
            <a:ext cx="3380343" cy="1338580"/>
          </a:xfrm>
          <a:prstGeom prst="roundRect">
            <a:avLst>
              <a:gd name="adj" fmla="val 7353"/>
            </a:avLst>
          </a:prstGeom>
          <a:solidFill>
            <a:srgbClr val="1C3140"/>
          </a:solidFill>
          <a:ln w="6350">
            <a:solidFill>
              <a:srgbClr val="2C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1747521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FD1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446 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6187" y="2110739"/>
            <a:ext cx="300691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time for the 12 lights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112771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C5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North 20, South 8, East 35, West 4 cars. East had the longest queue, so it got the first green (60 s). West was served once its waiting time raised its score.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D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fraction decomposition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0883392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fraction as a sum of different unit fractions (1 on top). Greedy rule: always take the biggest unit fraction that still fits.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221"/>
          <a:ext cx="10556240" cy="1889760"/>
        </p:xfrm>
        <a:graphic>
          <a:graphicData uri="http://schemas.openxmlformats.org/drawingml/2006/table">
            <a:tbl>
              <a:tblPr/>
              <a:tblGrid>
                <a:gridCol w="2639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Fraction to split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Biggest unit fraction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over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1/231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38982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7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 = 1/3 + 1/11 + 1/231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greedy loop in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969000" cy="3445510"/>
          </a:xfrm>
          <a:prstGeom prst="roundRect">
            <a:avLst>
              <a:gd name="adj" fmla="val 2949"/>
            </a:avLst>
          </a:prstGeom>
          <a:solidFill>
            <a:srgbClr val="0F1720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17039"/>
            <a:ext cx="567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E9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UnitFraction.java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400" y="2032000"/>
            <a:ext cx="5677154" cy="274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long k = (d + n - 1) / n;  </a:t>
            </a:r>
            <a:r>
              <a:rPr lang="en-US" sz="1300" dirty="0">
                <a:solidFill>
                  <a:srgbClr val="7FD1B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d / n rounded up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(k &gt; MAX_SAFE / d)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tooBig = true;  break;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long newN = n * k - d;   </a:t>
            </a:r>
            <a:r>
              <a:rPr lang="en-US" sz="1300" dirty="0">
                <a:solidFill>
                  <a:srgbClr val="7FD1B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// leftover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long newD = d * k;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long common = gcd(newN, newD);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newN = newN / common;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newD = newD / common;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86600" y="1513839"/>
            <a:ext cx="44213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going 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63308" y="1940561"/>
            <a:ext cx="4337050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is the denominator of the biggest unit fraction that fits.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leftover is (n*k - d) / (d*k).</a:t>
            </a:r>
            <a:endParaRPr lang="en-US" sz="1600" dirty="0"/>
          </a:p>
          <a:p>
            <a:pPr marL="177292" indent="-177292" algn="l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E8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gcd() simplifies it, then the loop repeats.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86600" y="3230882"/>
            <a:ext cx="4292600" cy="1024890"/>
          </a:xfrm>
          <a:prstGeom prst="roundRect">
            <a:avLst>
              <a:gd name="adj" fmla="val 7435"/>
            </a:avLst>
          </a:prstGeom>
          <a:solidFill>
            <a:srgbClr val="1F9D8A"/>
          </a:solidFill>
          <a:ln/>
        </p:spPr>
        <p:txBody>
          <a:bodyPr wrap="square" lIns="155482" tIns="130082" rIns="37372" bIns="1046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helped: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top number shrinks every step, so it always finishes with a sum of unit fractions.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D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limits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3380264" cy="185293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47521"/>
            <a:ext cx="300683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finishes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6480" y="2110739"/>
            <a:ext cx="3006831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numerator gets smaller each step, so at most as many steps as the starting numerator.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517014"/>
            <a:ext cx="3380343" cy="185293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1747521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limit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36294" y="2110739"/>
            <a:ext cx="3006913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5/121 gives 1/25 + 1/757 + 1/763309, then the next denominator is too big to store. The program stops safely.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517014"/>
            <a:ext cx="3380343" cy="185293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 w="6350">
            <a:solidFill>
              <a:srgbClr val="D9DE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1747521"/>
            <a:ext cx="300691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9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always shortest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6187" y="2110739"/>
            <a:ext cx="300691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picks the best step now. The answer is correct but not always the smallest.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627121"/>
            <a:ext cx="1137920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</a:t>
            </a:r>
            <a:r>
              <a:rPr lang="en-US" sz="1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greedy is simple and fast. Both problems pick the best option at each step and never go back.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44251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 and Algorithms | Greedy algorithms |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dy Algorithms: Traffic Signal Control and Unit Fraction Decomposition">
  <a:themeElements>
    <a:clrScheme name="Greedy Algorithms: Traffic Signal Control and Unit Fraction Decomposition">
      <a:dk1>
        <a:srgbClr val="12202B"/>
      </a:dk1>
      <a:lt1>
        <a:srgbClr val="E8EEF2"/>
      </a:lt1>
      <a:dk2>
        <a:srgbClr val="27353F"/>
      </a:dk2>
      <a:lt2>
        <a:srgbClr val="B3BBC0"/>
      </a:lt2>
      <a:accent1>
        <a:srgbClr val="1F9D8A"/>
      </a:accent1>
      <a:accent2>
        <a:srgbClr val="7FD1B9"/>
      </a:accent2>
      <a:accent3>
        <a:srgbClr val="177A6A"/>
      </a:accent3>
      <a:accent4>
        <a:srgbClr val="9DB0BD"/>
      </a:accent4>
      <a:accent5>
        <a:srgbClr val="5B6670"/>
      </a:accent5>
      <a:accent6>
        <a:srgbClr val="7E92A0"/>
      </a:accent6>
      <a:hlink>
        <a:srgbClr val="0563C1"/>
      </a:hlink>
      <a:folHlink>
        <a:srgbClr val="954F72"/>
      </a:folHlink>
    </a:clrScheme>
    <a:fontScheme name="Greedy Algorithms: Traffic Signal Control and Unit Fraction Decomposi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980</Words>
  <Application>Microsoft Office PowerPoint</Application>
  <PresentationFormat>Widescreen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Greedy Algorithms: Traffic Signal Control and Unit Fraction Decomposition</vt:lpstr>
      <vt:lpstr>Greedy Algorithms in Practice</vt:lpstr>
      <vt:lpstr>Traffic signal timing control</vt:lpstr>
      <vt:lpstr>The greedy choice in code</vt:lpstr>
      <vt:lpstr>Giving the green light</vt:lpstr>
      <vt:lpstr>Sample run: 12 green lights</vt:lpstr>
      <vt:lpstr>Unit fraction decomposition</vt:lpstr>
      <vt:lpstr>The greedy loop in code</vt:lpstr>
      <vt:lpstr>Results and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Algorithms: Traffic Signal Control and Unit Fraction Decomposition</dc:title>
  <dc:subject/>
  <dc:creator>TONY MONTANA</dc:creator>
  <cp:lastModifiedBy>Gideon Caesar</cp:lastModifiedBy>
  <cp:revision>1</cp:revision>
  <dcterms:created xsi:type="dcterms:W3CDTF">2026-10-07T09:14:27Z</dcterms:created>
  <dcterms:modified xsi:type="dcterms:W3CDTF">2026-10-07T09:18:51Z</dcterms:modified>
</cp:coreProperties>
</file>